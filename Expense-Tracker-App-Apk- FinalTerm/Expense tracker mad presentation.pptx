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3" r:id="rId1"/>
  </p:sldMasterIdLst>
  <p:sldIdLst>
    <p:sldId id="267" r:id="rId2"/>
    <p:sldId id="256" r:id="rId3"/>
    <p:sldId id="257" r:id="rId4"/>
    <p:sldId id="258" r:id="rId5"/>
    <p:sldId id="259" r:id="rId6"/>
    <p:sldId id="266" r:id="rId7"/>
    <p:sldId id="268" r:id="rId8"/>
    <p:sldId id="269" r:id="rId9"/>
    <p:sldId id="270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135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685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255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726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254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242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241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992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704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717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93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235604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9625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809064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9144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3030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576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856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Expense Tracker App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GROUP MEMBERS</a:t>
            </a:r>
          </a:p>
          <a:p>
            <a:r>
              <a:rPr lang="en-US" dirty="0" smtClean="0"/>
              <a:t>MUHAMMAD AMAD(8602)</a:t>
            </a:r>
          </a:p>
          <a:p>
            <a:r>
              <a:rPr lang="en-US" smtClean="0"/>
              <a:t>FURQAN AHMED(8297)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604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Expense Tracker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Title:</a:t>
            </a:r>
            <a:r>
              <a:rPr lang="en-US" dirty="0"/>
              <a:t> Expense Tracker App (React Native)</a:t>
            </a:r>
            <a:br>
              <a:rPr lang="en-US" dirty="0"/>
            </a:br>
            <a:r>
              <a:rPr lang="en-US" b="1" dirty="0"/>
              <a:t>Content: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This is a mobile application used to record income and expenses and manage personal finances easily.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app is made for academic purposes and shows how React Native works using:</a:t>
            </a:r>
          </a:p>
          <a:p>
            <a:r>
              <a:rPr lang="en-US" dirty="0"/>
              <a:t>Functional components</a:t>
            </a:r>
          </a:p>
          <a:p>
            <a:r>
              <a:rPr lang="en-US" dirty="0"/>
              <a:t>React Hooks</a:t>
            </a:r>
          </a:p>
          <a:p>
            <a:r>
              <a:rPr lang="en-US" dirty="0"/>
              <a:t>Navigation</a:t>
            </a:r>
          </a:p>
          <a:p>
            <a:r>
              <a:rPr lang="en-US" dirty="0"/>
              <a:t>Local storage</a:t>
            </a:r>
          </a:p>
          <a:p>
            <a:r>
              <a:rPr lang="en-US" dirty="0"/>
              <a:t>It helps users understand mobile app development basics.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Technologies Used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57200" y="2585909"/>
            <a:ext cx="8185254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 Native – for mobile app development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Expo – for easy setup and testing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 – app logic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AsyncStorage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save data locally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 Navigation – move between screens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app allows users to:</a:t>
            </a:r>
          </a:p>
          <a:p>
            <a:r>
              <a:rPr lang="en-US" dirty="0"/>
              <a:t>Add income and expenses</a:t>
            </a:r>
          </a:p>
          <a:p>
            <a:r>
              <a:rPr lang="en-US" dirty="0"/>
              <a:t>Select categories</a:t>
            </a:r>
          </a:p>
          <a:p>
            <a:r>
              <a:rPr lang="en-US" dirty="0"/>
              <a:t>View monthly summary</a:t>
            </a:r>
          </a:p>
          <a:p>
            <a:r>
              <a:rPr lang="en-US" dirty="0"/>
              <a:t>See charts for better understanding</a:t>
            </a:r>
          </a:p>
          <a:p>
            <a:r>
              <a:rPr lang="en-US" dirty="0"/>
              <a:t>This makes money tracking simple and clear.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33055" y="1676400"/>
            <a:ext cx="5624945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Users can enter: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Amount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Description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Category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Type (Income or Expense)</a:t>
            </a:r>
          </a:p>
          <a:p>
            <a:r>
              <a:rPr lang="en-US" sz="3200" dirty="0"/>
              <a:t>The app checks for empty or negative values and saves data automatically.</a:t>
            </a:r>
          </a:p>
        </p:txBody>
      </p:sp>
      <p:sp>
        <p:nvSpPr>
          <p:cNvPr id="3" name="Rectangle 2"/>
          <p:cNvSpPr/>
          <p:nvPr/>
        </p:nvSpPr>
        <p:spPr>
          <a:xfrm>
            <a:off x="1884218" y="750514"/>
            <a:ext cx="350519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Add Income &amp; Expense</a:t>
            </a:r>
          </a:p>
        </p:txBody>
      </p:sp>
    </p:spTree>
    <p:extLst>
      <p:ext uri="{BB962C8B-B14F-4D97-AF65-F5344CB8AC3E}">
        <p14:creationId xmlns:p14="http://schemas.microsoft.com/office/powerpoint/2010/main" val="3622454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 case diagram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262" y="1743635"/>
            <a:ext cx="5667375" cy="4006850"/>
          </a:xfrm>
        </p:spPr>
      </p:pic>
    </p:spTree>
    <p:extLst>
      <p:ext uri="{BB962C8B-B14F-4D97-AF65-F5344CB8AC3E}">
        <p14:creationId xmlns:p14="http://schemas.microsoft.com/office/powerpoint/2010/main" val="2355007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diagram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9384" y="1617382"/>
            <a:ext cx="5667375" cy="3778250"/>
          </a:xfrm>
        </p:spPr>
      </p:pic>
    </p:spTree>
    <p:extLst>
      <p:ext uri="{BB962C8B-B14F-4D97-AF65-F5344CB8AC3E}">
        <p14:creationId xmlns:p14="http://schemas.microsoft.com/office/powerpoint/2010/main" val="1899914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Activity diagram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0847" y="1344706"/>
            <a:ext cx="4625788" cy="4567144"/>
          </a:xfrm>
        </p:spPr>
      </p:pic>
    </p:spTree>
    <p:extLst>
      <p:ext uri="{BB962C8B-B14F-4D97-AF65-F5344CB8AC3E}">
        <p14:creationId xmlns:p14="http://schemas.microsoft.com/office/powerpoint/2010/main" val="1309850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Each transaction belongs to a category:</a:t>
            </a:r>
          </a:p>
          <a:p>
            <a:r>
              <a:rPr lang="en-US" dirty="0"/>
              <a:t>Food</a:t>
            </a:r>
          </a:p>
          <a:p>
            <a:r>
              <a:rPr lang="en-US" dirty="0"/>
              <a:t>Transport</a:t>
            </a:r>
          </a:p>
          <a:p>
            <a:r>
              <a:rPr lang="en-US" dirty="0"/>
              <a:t>Rent</a:t>
            </a:r>
          </a:p>
          <a:p>
            <a:r>
              <a:rPr lang="en-US" dirty="0"/>
              <a:t>Education</a:t>
            </a:r>
          </a:p>
          <a:p>
            <a:r>
              <a:rPr lang="en-US" dirty="0"/>
              <a:t>Entertainment</a:t>
            </a:r>
          </a:p>
          <a:p>
            <a:r>
              <a:rPr lang="en-US" dirty="0"/>
              <a:t>Others</a:t>
            </a:r>
          </a:p>
          <a:p>
            <a:r>
              <a:rPr lang="en-US" dirty="0"/>
              <a:t>This helps users see where their money is spent.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 Screens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5148" y="1222988"/>
            <a:ext cx="1967346" cy="442560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5856" y="1264554"/>
            <a:ext cx="1773381" cy="448070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6453" y="1264556"/>
            <a:ext cx="1953492" cy="448070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4872" y="1264555"/>
            <a:ext cx="1759528" cy="44807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Monthly Summary &amp; Transaction List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Shows total income, expense, and balance</a:t>
            </a:r>
          </a:p>
          <a:p>
            <a:r>
              <a:rPr lang="en-US" dirty="0"/>
              <a:t>Displays all transactions using </a:t>
            </a:r>
            <a:r>
              <a:rPr lang="en-US" dirty="0" err="1"/>
              <a:t>FlatList</a:t>
            </a:r>
            <a:endParaRPr lang="en-US" dirty="0"/>
          </a:p>
          <a:p>
            <a:r>
              <a:rPr lang="en-US" dirty="0"/>
              <a:t>Income is shown in green</a:t>
            </a:r>
          </a:p>
          <a:p>
            <a:r>
              <a:rPr lang="en-US" dirty="0"/>
              <a:t>Expense is shown in red</a:t>
            </a:r>
          </a:p>
          <a:p>
            <a:r>
              <a:rPr lang="en-US" dirty="0"/>
              <a:t>This gives a clear monthly financial view.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Charts &amp; Reports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90946" y="2196157"/>
            <a:ext cx="8395854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Bar Chart shows category-wise expenses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Pie Chart shows expense distribution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Charts update automatically when new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is added, making analysis easy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Concepts Demonstrated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demonstrates:</a:t>
            </a:r>
          </a:p>
          <a:p>
            <a:r>
              <a:rPr lang="en-US" dirty="0" err="1"/>
              <a:t>useState</a:t>
            </a:r>
            <a:r>
              <a:rPr lang="en-US" dirty="0"/>
              <a:t> &amp; </a:t>
            </a:r>
            <a:r>
              <a:rPr lang="en-US" dirty="0" err="1"/>
              <a:t>useEffect</a:t>
            </a:r>
            <a:endParaRPr lang="en-US" dirty="0"/>
          </a:p>
          <a:p>
            <a:r>
              <a:rPr lang="en-US" dirty="0" err="1"/>
              <a:t>AsyncStorage</a:t>
            </a:r>
            <a:endParaRPr lang="en-US" dirty="0"/>
          </a:p>
          <a:p>
            <a:r>
              <a:rPr lang="en-US" dirty="0" err="1" smtClean="0"/>
              <a:t>FlatList</a:t>
            </a:r>
            <a:r>
              <a:rPr lang="en-US" dirty="0" smtClean="0"/>
              <a:t>: scrollable list of data</a:t>
            </a:r>
            <a:endParaRPr lang="en-US" dirty="0"/>
          </a:p>
          <a:p>
            <a:r>
              <a:rPr lang="en-US" dirty="0"/>
              <a:t>Form </a:t>
            </a:r>
            <a:r>
              <a:rPr lang="en-US" dirty="0" smtClean="0"/>
              <a:t>validation: it validate inputs</a:t>
            </a:r>
            <a:endParaRPr lang="en-US" dirty="0"/>
          </a:p>
          <a:p>
            <a:r>
              <a:rPr lang="en-US" dirty="0"/>
              <a:t>map, filter, reduce functions</a:t>
            </a:r>
          </a:p>
          <a:p>
            <a:r>
              <a:rPr lang="en-US" dirty="0"/>
              <a:t>These are core concepts of React Native.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app is beginner-friendly, fully functional, and suitable for exams.</a:t>
            </a:r>
          </a:p>
          <a:p>
            <a:r>
              <a:rPr lang="en-US" b="1" dirty="0"/>
              <a:t>Future Enhancements:</a:t>
            </a:r>
            <a:endParaRPr lang="en-US" dirty="0"/>
          </a:p>
          <a:p>
            <a:r>
              <a:rPr lang="en-US" dirty="0"/>
              <a:t>Edit/Delete transactions</a:t>
            </a:r>
          </a:p>
          <a:p>
            <a:r>
              <a:rPr lang="en-US" dirty="0"/>
              <a:t>Budget limits</a:t>
            </a:r>
          </a:p>
          <a:p>
            <a:r>
              <a:rPr lang="en-US" dirty="0"/>
              <a:t>Dark mode</a:t>
            </a:r>
          </a:p>
          <a:p>
            <a:r>
              <a:rPr lang="en-US" dirty="0"/>
              <a:t>Export data</a:t>
            </a:r>
          </a:p>
          <a:p>
            <a:r>
              <a:rPr lang="en-US" dirty="0"/>
              <a:t>Notifications</a:t>
            </a:r>
          </a:p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63</TotalTime>
  <Words>308</Words>
  <Application>Microsoft Office PowerPoint</Application>
  <PresentationFormat>On-screen Show (4:3)</PresentationFormat>
  <Paragraphs>73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Century Gothic</vt:lpstr>
      <vt:lpstr>Wingdings 3</vt:lpstr>
      <vt:lpstr>Wisp</vt:lpstr>
      <vt:lpstr>Expense Tracker App</vt:lpstr>
      <vt:lpstr>Expense Tracker App</vt:lpstr>
      <vt:lpstr>Project Overview</vt:lpstr>
      <vt:lpstr>Technologies Used</vt:lpstr>
      <vt:lpstr>Main Features</vt:lpstr>
      <vt:lpstr>PowerPoint Presentation</vt:lpstr>
      <vt:lpstr>Use case diagram</vt:lpstr>
      <vt:lpstr>Class diagram</vt:lpstr>
      <vt:lpstr>Activity diagram</vt:lpstr>
      <vt:lpstr>Categories Used</vt:lpstr>
      <vt:lpstr>App Screens</vt:lpstr>
      <vt:lpstr>Monthly Summary &amp; Transaction List</vt:lpstr>
      <vt:lpstr>Charts &amp; Reports</vt:lpstr>
      <vt:lpstr>Concepts Demonstrated</vt:lpstr>
      <vt:lpstr>Conclusion &amp; Future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Expense Tracker App</dc:title>
  <dc:subject/>
  <dc:creator>Haroon</dc:creator>
  <cp:keywords/>
  <dc:description>generated using python-pptx</dc:description>
  <cp:lastModifiedBy>Moorche</cp:lastModifiedBy>
  <cp:revision>10</cp:revision>
  <dcterms:created xsi:type="dcterms:W3CDTF">2013-01-27T09:14:16Z</dcterms:created>
  <dcterms:modified xsi:type="dcterms:W3CDTF">2025-12-23T06:47:53Z</dcterms:modified>
  <cp:category/>
</cp:coreProperties>
</file>